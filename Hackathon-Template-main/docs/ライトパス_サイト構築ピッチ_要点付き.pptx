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CORPORATE WEBSITE PITCH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コーポレートサイト構築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セキュリティ・モバイル・アニメーションを軸にした実装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4114800"/>
            <a:ext cx="1463040" cy="457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15 + React 19 + TypeScript + Tailwind CSS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分のプレゼンテーション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プロジェクト概要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184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15 + React 19 + TypeScript で 5 ページをフルスクラッチ実装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9613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516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セキュリティ・モバイル UX・アニメーション・国際化を単一コードベースで両立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566160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97480"/>
            <a:ext cx="3566160" cy="54864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3832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15 (App Router)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19 / TypeScript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CSS 3.4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Variables でテーマ管理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2697480"/>
            <a:ext cx="3566160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697480"/>
            <a:ext cx="356616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実装ページ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33832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 / 会社案内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採用情報 (エントリーフォーム)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 (3段階フロー)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プライバシーポリシー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2697480"/>
            <a:ext cx="3566160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697480"/>
            <a:ext cx="356616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重点アピール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6760" y="33832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セキュリティ（多層防御）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スマホ用 UX（ドロワー / 拡大）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アニメーション（出現演出）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日英切替（i18n）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デザインで工夫したところ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184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変数 1 行を変えるだけでサイト全体の色が切替わる構造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9613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516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全セクションを「アイブロウ + 見出し + 説明」の 3 段構成で統一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0" cy="3611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テーマカラーの集中管理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1371600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PRIMARY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#EBC528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31720" y="3246120"/>
            <a:ext cx="1371600" cy="868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#0F172A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3246120"/>
            <a:ext cx="13716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#F8FAFC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297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globals.css の :root に CSS 変数で定義。Tailwind 側で var(--color-primary) を参照することで、1 箇所変えるだけでサイト全体に反映されます。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349240"/>
            <a:ext cx="493776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--color-primary: #ebc528;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760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// この1行を変えると全ボタン色が即時変更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697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レイアウトの軸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3200400"/>
            <a:ext cx="5212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200400"/>
            <a:ext cx="73152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見本ベースの統一感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ヘッダー帯 → 集合写真 → セクション群 の流れを全ページで共通化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4206240"/>
            <a:ext cx="5212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206240"/>
            <a:ext cx="73152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Tailwind ユーティリティ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4617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を別ファイルに書かず、コンポーネント内で完結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5212080"/>
            <a:ext cx="5212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5212080"/>
            <a:ext cx="73152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5303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アイブロウ＋見出し＋説明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623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全セクションで NSD 風の 3 段構成（SectionTitle コンポーネント）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KEY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スマホ用サイトの工夫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10972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184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既定値をモバイル前提で組み、大画面で上書きする「モバイルファースト」設計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9232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135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右からスライドインするドロワー＋ESC／外側クリックで自動で閉じる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22280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2118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画像クリックで拡大表示できる ZoomableImage を再利用可能化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548640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718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モバイルファースト設計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246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のブレークポイントは sm:/md:/lg: で大画面の上書きのみ。既定値はスマホ前提。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54480" y="393192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sm: 640px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393192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md: 768px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393192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lg: 1024px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2697480"/>
            <a:ext cx="548640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971800"/>
            <a:ext cx="640080" cy="64008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7804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右側スライドインドロワー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78040" y="32461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ハンバーガー → 右からスライド。ESC・外側クリック・ページ遷移で自動的に閉じる。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78040" y="393192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useState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641080" y="393192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41080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ESC キー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104120" y="393192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04120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ページ遷移検知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480560"/>
            <a:ext cx="548640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47548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↕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55448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body スクロール固定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554480" y="5029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メニュー開放中は body.style.overflow = 'hidden' でスクロール固定。閉じたら復元。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554480" y="571500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54480" y="5715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body lock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17520" y="571500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5715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状態復元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80560" y="571500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5715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UX 安定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4480560"/>
            <a:ext cx="548640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0" y="47548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17804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画像拡大表示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178040" y="5029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アクセス情報の写真をクリック/タップで拡大表示。ZoomableImage で再利用化。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78040" y="571500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5715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タップ拡大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641080" y="571500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41080" y="5715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背景クリックで閉じる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104120" y="5715000"/>
            <a:ext cx="1371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04120" y="5715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再利用可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KEY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アニメーションの工夫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10972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184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スクロールで要素が出現する Reveal を 6 種のバリアントで使い分け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9232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135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 IntersectionObserver で 20 個の Reveal でも Observer は 1 個に集約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22280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2118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prefers-reduced-motion を尊重し、動きを減らしたい人には即時表示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5486400" cy="3520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 × 共有 IntersectionObserver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3337560"/>
            <a:ext cx="1371600" cy="82296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37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スクロール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0280" y="3721608"/>
            <a:ext cx="2743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4600" y="3337560"/>
            <a:ext cx="1371600" cy="82296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3337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Observer 検出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6200" y="3721608"/>
            <a:ext cx="2743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4160520" y="3337560"/>
            <a:ext cx="1371600" cy="82296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23" name="Text 21"/>
          <p:cNvSpPr/>
          <p:nvPr/>
        </p:nvSpPr>
        <p:spPr>
          <a:xfrm>
            <a:off x="4160520" y="3337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アニメ発火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種のバリアント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6634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fade-up / fade-up-strong（既定）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fade / scale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slide-right / slide-left（左右から登場）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5715000"/>
            <a:ext cx="493776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715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最適化：20 個の Reveal でも Observer は 1 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697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コンテンツ別の演出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3108960"/>
            <a:ext cx="5212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108960"/>
            <a:ext cx="73152" cy="54864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154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ヒーロー：右からスライド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4015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1秒・easing でキャッチコピーが流れ込む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3730752"/>
            <a:ext cx="5212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3730752"/>
            <a:ext cx="73152" cy="54864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7764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特徴カード：強めフェード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40233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100/200/300ms スタッガー（順次出現）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4352544"/>
            <a:ext cx="5212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4352544"/>
            <a:ext cx="73152" cy="54864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43982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代表挨拶：右スライド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46451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横幅を活かして印象的に登場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4974336"/>
            <a:ext cx="5212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4974336"/>
            <a:ext cx="73152" cy="54864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50200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写真バンド：マーキー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52669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32秒で1周、無限ループ、ホバーで停止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5596128"/>
            <a:ext cx="5212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5596128"/>
            <a:ext cx="73152" cy="54864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56418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reduced-motion 対応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83680" y="58887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 設定でアニメ無効化を尊重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KEY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セキュリティの工夫 ①｜全体像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184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「入り口で防ぐ・中身を検証する・露出を減らす」の 3 軸で多層防御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9613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516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セキュリティヘッダ + サーバ側検証 + バージョン情報の秘匿を併用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5661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3566160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入り口で防ぐ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セキュリティヘッダ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X-Frame-Options: DENY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X-Content-Type-Options: nosniff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Strict-Transport-Security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Referrer-Policy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Permissions-Policy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2606040"/>
            <a:ext cx="35661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2606040"/>
            <a:ext cx="356616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中身を確認する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サーバ側の検証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33832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 3 層検証（拡張子+MIME+マジックバイト）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/api/upload-resume で 400 BadRequest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外部リンクは rel=noopener noreferrer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未許可ドメインへの遷移をブロック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tab-nabbing 対策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2606040"/>
            <a:ext cx="35661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606040"/>
            <a:ext cx="356616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露出を減らす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情報の秘匿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33832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X-Powered-By ヘッダを無効化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本番ソースマップを生成しない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console.log を本番ビルドで除去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依存パッケージのバージョン情報を秘匿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脆弱性スキャンを CI で運用想定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KEY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セキュリティの工夫 ②｜PDF 3 層検証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184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履歴書 PDF を 拡張子 → MIME → マジックバイト の 3 層で検証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9613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516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クライアントを迂回されてもサーバが 400 BadRequest で拒否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566160" cy="18745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拡張子チェック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ファイル名末尾が .pdf 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3017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.pdf で終わるか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2697480"/>
            <a:ext cx="3566160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MIME タイプ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type が application/pdf 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4023360"/>
            <a:ext cx="3017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MIME = application/pdf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697480"/>
            <a:ext cx="3566160" cy="1874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マジックバイト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先頭 5 バイトが %PDF- 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4023360"/>
            <a:ext cx="3017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0x25 50 44 46 2D = '%PDF-'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2336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81812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11064240" cy="1417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不正なファイル → サーバが 400 BadRequest を返却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クライアント検証は迂回可能なため、同じ 3 層検証を サーバ /api/upload-resume でも実施。両方を通った PDF だけが受理されます。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return new Response('Bad Request', { status: 400 });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コードの工夫 ①｜CSS変数 × Tailwind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184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globals.css の CSS 変数を Tailwind から参照し、テーマを 1 箇所で管理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9613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516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ダークモード化や色変更がファイル 1 つの編集で完結する設計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0" cy="36118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/* globals.css */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:root {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310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--color-primary: #ebc528;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593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--color-background: #f8fafc;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8770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--color-accent: #0f172a;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4439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7274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/* tailwind.config.ts */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5010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colors: {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294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primary: 'var(--color-primary)',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577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background: 'var(--color-background)',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8613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606040"/>
            <a:ext cx="52120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606040"/>
            <a:ext cx="73152" cy="10972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箇所変えれば全部変わる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変数 1 行を編集するだけで、ボタン・下線・ホバー枠線がすべて切替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840480"/>
            <a:ext cx="52120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840480"/>
            <a:ext cx="73152" cy="10972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との橋渡し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2940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bg-primary / text-accent などのユーティリティクラスが CSS 変数を参照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5074920"/>
            <a:ext cx="521208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074920"/>
            <a:ext cx="73152" cy="10972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ダークモード化が容易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2940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.dark セレクタで CSS 変数を上書きすれば、全要素が連動して切替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コードの工夫 ②｜日英切替（i18n）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10972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184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Context + localStorage で 1 ボタン → サイト全体に即時反映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9232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135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Localized&lt;T&gt; 型で UI 文言もデータも同じ仕組みで多言語化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22280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2118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ブラウザの言語設定を判定して初期表示を自動で切替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2651760" cy="11887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[JP|EN] ボタン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92608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429000" y="2697480"/>
            <a:ext cx="265176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697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Provider 状態更新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292608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309360" y="2697480"/>
            <a:ext cx="265176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697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useLanguage() が反応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292608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89720" y="2697480"/>
            <a:ext cx="265176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697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ラベル/文/alt 切替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54864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69080"/>
            <a:ext cx="73152" cy="9601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Localized&lt;T&gt; 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526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 ja: T, en: T } を全データに適用。pick() で言語に応じて取り出し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069080"/>
            <a:ext cx="54864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4069080"/>
            <a:ext cx="73152" cy="9601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ふりがな自動非表示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526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英語表示時はふりがな欄を自動的に非表示（英語圏には不要）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166360"/>
            <a:ext cx="54864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166360"/>
            <a:ext cx="73152" cy="9601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ブラウザ自動判定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navigator.language が en で始まれば初期表示を英語に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5166360"/>
            <a:ext cx="54864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166360"/>
            <a:ext cx="73152" cy="9601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状態保持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localStorage に保存。次回訪問時も選択した言語を維持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コードの工夫 ③｜パフォーマンス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868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184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08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next/image・共有 Observer・useMemo・定数化で複合的に最適化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1961388"/>
            <a:ext cx="164592" cy="164592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516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体感速度（LCP）と CPU 消費の両面を改善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62072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62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next/image で AVIF→WebP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2862072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86207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LCP 改善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30日キャッシュ、レスポンシブサイズ自動生成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69748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862072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862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Observer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5236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 の共有 Observer 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652760" y="2862072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0652760" y="286207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 軽量化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20個 → 1個に集約してメモリ/CPU 削減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050792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507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4005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安全網タイマー 3秒→1.5秒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0" y="4050792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0507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UX 改善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表示遅延の最大時間を半減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88620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4050792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0507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再描画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52360" y="4005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navItems 等を定数化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652760" y="4050792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10652760" y="40507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再レンダ抑止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毎レンダーで配列を再生成しない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07492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5239512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239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28800" y="51937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DNS prefetch + preconnect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029200" y="5239512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52395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通信短縮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5669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zipcloud / Maps への接続を早期化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72200" y="507492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5239512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5239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i18n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52360" y="51937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getTexts を useMemo 化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10652760" y="5239512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10652760" y="52395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計算節約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0" y="5669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言語が変わった時だけ再生成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つの軸で作りました。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269748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ヘッダ・PDF 3 層検証・露出減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29184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モバイル 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ドロワー・ボディロック・拡大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88620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 × 6 バリアント・マーキー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8056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JP/EN ボタン 1 つでサイト全切替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507492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07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5074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 Observer / next/image / preconnect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ご清聴ありがとうございました。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株式会社ライトパス｜サイト構築ピッチ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サイト構築ピッチ v2</dc:title>
  <dc:subject>PptxGenJS Presentation</dc:subject>
  <dc:creator>株式会社ライトパス</dc:creator>
  <cp:lastModifiedBy>株式会社ライトパス</cp:lastModifiedBy>
  <cp:revision>1</cp:revision>
  <dcterms:created xsi:type="dcterms:W3CDTF">2026-06-23T12:02:37Z</dcterms:created>
  <dcterms:modified xsi:type="dcterms:W3CDTF">2026-06-23T12:02:37Z</dcterms:modified>
</cp:coreProperties>
</file>