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4114800" cy="146304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"/>
            <a:ext cx="1828800" cy="9144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 INC.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株式会社ライトパス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コーポレートサイト 解説資料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見た目編 ＋ コード編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Next.js 15 × React 19 × TypeScript × Tailwind CSS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 /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資料は2部構成になっています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37160" cy="457200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見た目編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デザイン方針・各ページの構成・UX・アニメーション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サイト全体の方針（色・フォント・レスポンシブ）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共通ヘッダー / フッター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TOPページの構成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会社案内 / 採用情報 / お問い合わせ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フォーム3段階フロー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アニメーション一覧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3716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コード編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技術スタック・ディレクトリ・主要ロジック・セキュリティ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技術スタック（Next.js 15 + React 19）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ディレクトリ構成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コンポーネント設計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フォーム実装ロジック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セキュリティ対策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SEO・デプロイ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4114800" cy="100584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見た目編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デザイン方針 / 各ページ構成 / UX / アニメーション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デザイン方針 / 共通パーツ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色・タイポグラフィ・ヘッダー・フッター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73152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ブランドカラー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#EBC528（黄色）が基調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黄色は面 (ボタン背景・下線・ドット)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文字には濃紺 #0F172A を使用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必須=赤 #EF4444 / 任意=緑 #10B981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554480"/>
            <a:ext cx="3566160" cy="73152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タイポグラフィ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Inter（next/font 経由）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日本語はシステムフォントへ自動 fallback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タイトル：lg / xl / 4xl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本文：text-base が基準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9680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レスポンシブ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モバイルファースト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sm: 640px〜（タブレット）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md: 768px〜（タブ横）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lg: 1024px〜（PC）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共通ヘッダー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Sticky表示。スマホは右からのドロワー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ロゴ＋会社名／英文名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ハンバーガー押下で背景を暗くしてドロワー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ESC・背景タップ・ページ遷移で自動クローズ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11480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共通フッター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46634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グレー背景のシンプルな構成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左：社名・住所・営業時間・電話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中央：Instagram アイコン（外部リンク）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右：サイトナビ＋プライバシーポリシー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TOPページ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歯車背景のヒーロー → 特徴3カード → 写真バンド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6858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755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ヒーロー（歯車背景）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キャッチコピーは画面右から1秒でスライド。説明文は0.5秒遅延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6858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8529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ライトパスの特徴 3カード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下から0.5秒でフェードアップ。100/200/300msスタッガー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6858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9502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採用情報・お問い合わせ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297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3つのボタン：採用情報 / お問い合わせ / 会社案内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6858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0474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写真バンド（マーキー）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5394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背景画像 + employee1〜3 を右→左に常時マーキー、ホバーで一時停止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1645920"/>
            <a:ext cx="3657600" cy="4480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POINT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838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ヒーローCTAは1本に整理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283464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もともと複数ボタンを置いていたが、見せたい情報を絞るためヒーローのCTAは削除。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代わりに中段の「採用・問い合わせ」セクションを動線として強調。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会社案内ページ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総合案内：会社情報＋サービス＋アクセスを1ページに統合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COMPANY バナー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4320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集合写真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4048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会社概要（表）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93776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20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166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代表挨拶（横長写真＋本文）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64592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64592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2356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サービス案内（旧 /service を統合）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74320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74320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2356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案件実績一覧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384048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84048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2356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アクセスマップ（Googleマップ）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4937760"/>
            <a:ext cx="3657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4937760"/>
            <a:ext cx="73152" cy="8229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5120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23560" y="5166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アクセス情報（クリックで拡大）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9680" y="1645920"/>
            <a:ext cx="2834640" cy="4480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HIGHLIGHT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52560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サービス案内ページを統合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052560" y="33832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ナビをスリムに保つため、サービス案内ページは退避（page.tsx.bak）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/contact への動線は引き続き機能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再公開も拡張子を戻すだけで簡単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採用情報ページ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リード → 募集職種 → メンバー → 流れ → エントリーフォーム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" y="2194560"/>
            <a:ext cx="0" cy="164592"/>
          </a:xfrm>
          <a:prstGeom prst="line">
            <a:avLst/>
          </a:prstGeom>
          <a:noFill/>
          <a:ln w="25400">
            <a:solidFill>
              <a:srgbClr val="EBC5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Recruit バナー＋リード文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右からスライドインで登場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411480" cy="41148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5820" y="2907792"/>
            <a:ext cx="0" cy="164592"/>
          </a:xfrm>
          <a:prstGeom prst="line">
            <a:avLst/>
          </a:prstGeom>
          <a:noFill/>
          <a:ln w="25400">
            <a:solidFill>
              <a:srgbClr val="EBC5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450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募集職種カード（3つ）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770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ホバーで scale(1.04) でわずかに拡大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09544"/>
            <a:ext cx="411480" cy="41148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5820" y="3621024"/>
            <a:ext cx="0" cy="164592"/>
          </a:xfrm>
          <a:prstGeom prst="line">
            <a:avLst/>
          </a:prstGeom>
          <a:noFill/>
          <a:ln w="25400">
            <a:solidFill>
              <a:srgbClr val="EBC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163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こんな人が集まっています！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483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左から写真／右から紹介文＋リストが順に出現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22776"/>
            <a:ext cx="411480" cy="41148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5820" y="4334256"/>
            <a:ext cx="0" cy="164592"/>
          </a:xfrm>
          <a:prstGeom prst="line">
            <a:avLst/>
          </a:prstGeom>
          <a:noFill/>
          <a:ln w="25400">
            <a:solidFill>
              <a:srgbClr val="EBC5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877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社員インタビュー（開閉式）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1970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ボタン押下で4枚カードが順番に下から登場。高さ統一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636008"/>
            <a:ext cx="411480" cy="41148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5820" y="5047488"/>
            <a:ext cx="0" cy="164592"/>
          </a:xfrm>
          <a:prstGeom prst="line">
            <a:avLst/>
          </a:prstGeom>
          <a:noFill/>
          <a:ln w="25400">
            <a:solidFill>
              <a:srgbClr val="EBC5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応募の流れ（縦タイムライン）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910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黄色いドット同士を黄色い縦線でつなぐ5ステップ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エントリーフォーム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5623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3段階フロー＋PDF専用検証＋雇用形態の条件分岐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784080" y="1645920"/>
            <a:ext cx="192024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645920"/>
            <a:ext cx="1920240" cy="73152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Form features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921240" y="2194560"/>
            <a:ext cx="1737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姓名・ふりがな分割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郵便番号→住所自動入力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履歴書はPDF必須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新卒は職務経歴ナシ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キャリア・パートはテキスト/ファイル切替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クライアント＋サーバ両方でPDF検証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お問い合わせ・プライバシー ／ フォーム3段階フロー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両フォーム共通の入力 → 確認 → 完了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321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09728" cy="182880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お問い合わせページ /contact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Contact バナー＋案内文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案内文には個人情報保護方針リンク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フォームは採用と同じバッジ＋3カラム行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送信ボタンも黄色基調に統一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5321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554480"/>
            <a:ext cx="109728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プライバシーポリシー /privacy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Privacy Policy バナー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個人情報の取得・利用目的・第三者提供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安全管理・開示・法令遵守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お問い合わせ窓口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両フォーム共通：3段階フロー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3291840" cy="1828800"/>
          </a:xfrm>
          <a:prstGeom prst="rect">
            <a:avLst/>
          </a:prstGeom>
          <a:solidFill>
            <a:srgbClr val="EBC52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5303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必須項目チェック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赤字エラー＋赤枠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1800000">
            <a:off x="4114800" y="5029200"/>
            <a:ext cx="365760" cy="365760"/>
          </a:xfrm>
          <a:prstGeom prst="rtTriangl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4297680"/>
            <a:ext cx="32918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5303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全項目を表示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「修正する」で戻れる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800000">
            <a:off x="7955280" y="5029200"/>
            <a:ext cx="365760" cy="365760"/>
          </a:xfrm>
          <a:prstGeom prst="rtTriangl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4297680"/>
            <a:ext cx="32918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595360" y="5303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サンクスメッセージ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（本番ではAPI送信）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4114800" cy="100584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コード編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技術スタック / ディレクトリ / 主要ロジック / セキュリティ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技術スタック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厳選した最小構成。フォームライブラリ等の追加依存はゼロ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828800"/>
            <a:ext cx="731520" cy="7315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Next.js 15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 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サーバ/クライアント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コンポーネント分離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28800"/>
            <a:ext cx="731520" cy="7315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⚛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React 19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最新の関数型コンポーネント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useState / useEffect / useRef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1828800"/>
            <a:ext cx="731520" cy="7315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TypeScript 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strict: true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型による設計の堅牢化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35440" y="1554480"/>
            <a:ext cx="2743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0" y="1828800"/>
            <a:ext cx="731520" cy="7315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268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Tailwind CSS 3.4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1832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CSS変数連携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レスポンシブ・テーマ切替容易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PHILOSOPHY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029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追加のサードパーティ依存を意図的に入れない最小構成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フォームライブラリ・UIキットなどに頼らず、React + Tailwind の素のままで実装。将来の脆弱性影響と移行コストを最小化。next/image・next/font などの公式機能で速度と SEO も担保。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ディレクトリ構成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 Router 標準に沿った見通しの良い配置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Hackathon-Template-main/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layout.tsx          SEO・JSON-LD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page.tsx            TOP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globals.css         全体スタイル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company/page.tsx    会社案内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recruit/page.tsx    採用情報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contact/page.tsx    お問い合わせ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privacy/page.tsx    プライバシーポリシー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upload-resume/  PDF検証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             再利用UI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siteConfig.ts       サイト設定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data/               コンテンツ定義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public/images/          画像アセット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middleware.ts           パストラバーサル対策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BC5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next.config.ts          セキュリティヘッダ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1148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3層構造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21945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ルーティングとページ。各ページは独立。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components/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再利用UI部品。Header / Footer / Reveal / ContactForm / RecruitForm 他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894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lib/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データと定数。コンテンツ変更はここを触るだけ。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コンポーネント設計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責務でカテゴリ分け。再利用と単一責任を両立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37160" cy="219456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レイアウト系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Header（スティッキー＋ドロワー）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Footer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PageHeader（バナー）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SectionTitle（黄色下線）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13716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プレゼンテーション系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FeatureCard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ServiceCard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ZoomableImage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Reveal（IntersectionObserver）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23360"/>
            <a:ext cx="137160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対話的（クライアント）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EmployeeInterviews（開閉式）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ContactForm（3段階）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RecruitForm（3段階＋分岐）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023360"/>
            <a:ext cx="137160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共通ユーティリティ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754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form-utils（Badge / FieldRow / FieldError）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validatePdfFile（3段階検証）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fetchAddressFromPostalCode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フォーム実装ロジック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3段階フロー＋郵便番号自動入力＋PDF多重防御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3段階フローの内部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useState で step を管理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"input" / "confirm" / "done"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&lt;form noValidate&gt; でブラウザ標準を抑止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自前 validate(data) が errors オブジェクトを返す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赤字エラー＋赤い枠線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set()でエラー自動クリア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containerRef で scrollIntoView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フォーム上端へスムーズに戻る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「修正する」は state を保持して戻る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郵便番号 → 住所自動入力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7桁入力で zipcloud API へfetch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都道府県＋市区町村を自動入力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APIキー不要・CORS対応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失敗時は手入力に fallback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4023360"/>
            <a:ext cx="5486400" cy="228600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3段階防御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57200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拡張子: .pdf のみ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MIME: application/pdf のみ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先頭5バイト: %PDF- マジックナンバー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違反は /api/upload-resume が 400 Bad Request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セキュリティ対策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多層防御：ヘッダ・ミドルウェア・フォーム検証・バージョン秘匿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105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セキュリティヘッダ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X-Frame-Options: DENY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X-Content-Type-Options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Strict-Transport-Security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Referrer-Policy / Permissions-Policy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🚫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8105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パストラバーサル防御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3774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middleware.ts で全リクエスト検査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.. / %2e / %5c / %00 を 400 拒否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 URL とデコード後を両方確認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4864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279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バージョン情報秘匿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X-Powered-By を削除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本番ソースマップ無効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 console.* を削除（error除く）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4864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251960"/>
            <a:ext cx="502920" cy="502920"/>
          </a:xfrm>
          <a:prstGeom prst="ellipse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4279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フォーム入力の防御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48463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maxLength で DoS 入力抑制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型・形式・必須を自前検証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ファイルは PDF 多重検証＋400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3152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SEO ＋ デプロイ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Vercel前提・1行で公開URL切替できる構造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00" cy="73152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SEO / OGP / 構造化データ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app/layout.tsx の Metadata API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metadataBase・canonical・OGP・Twitter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各ページで title / description / canonical を個別に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schema.org Organization の JSON-LD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app/sitemap.ts → /sitemap.xml 自動生成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app/robots.ts → /robots.txt 自動生成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app/icon.png 設置で favicon 自動配信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DEPLOY TO VERCEL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最短ルート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GitHub に push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Vercel と連携 → 自動デプロイ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lib/siteConfig.ts の siteUrl を本番URLに書き換えて再 push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Google Search Console に sitemap 送信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52120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siteUrl を1か所変えるだけで sitemap / canonical / OGP の全てに反映される構造。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280160" cy="36576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 PATH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5486400"/>
            <a:ext cx="3657600" cy="1371600"/>
          </a:xfrm>
          <a:prstGeom prst="rect">
            <a:avLst/>
          </a:prstGeom>
          <a:solidFill>
            <a:srgbClr val="EBC528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見た目 × コード で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一貫したクオリティ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ブランド統一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黄色基調を CSS 変数で集中管理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見やすいUX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アニメ・縦タイムライン・拡大画像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86384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堅牢なフォーム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3段階＋PDF多重検証＋400応答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BC5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株式会社ライトパス　Light Path Inc.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株式会社ライトパス コーポレートサイト 解説資料</dc:title>
  <dc:subject>PptxGenJS Presentation</dc:subject>
  <dc:creator>Light Path Inc.</dc:creator>
  <cp:lastModifiedBy>Light Path Inc.</cp:lastModifiedBy>
  <cp:revision>1</cp:revision>
  <dcterms:created xsi:type="dcterms:W3CDTF">2026-06-16T11:57:16Z</dcterms:created>
  <dcterms:modified xsi:type="dcterms:W3CDTF">2026-06-16T11:57:16Z</dcterms:modified>
</cp:coreProperties>
</file>