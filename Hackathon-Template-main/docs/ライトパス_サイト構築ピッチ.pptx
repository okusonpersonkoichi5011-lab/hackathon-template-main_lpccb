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CORPORATE WEBSITE PITCH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コーポレートサイト構築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セキュリティ・モバイル・アニメーションを軸にした実装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4114800"/>
            <a:ext cx="1463040" cy="457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15 + React 19 + TypeScript + Tailwind CSS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分のプレゼンテーション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プロジェクト概要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株式会社ライトパスのコーポレートサイトを Next.js でフルスクラッチ構築。SEO・セキュリティ・モバイル UX・国際化までを単一コードベースで実装しました。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56616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834640"/>
            <a:ext cx="3566160" cy="54864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技術スタック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15 (App Router)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19 / TypeScript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 CSS 3.4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Variables でテーマ管理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834640"/>
            <a:ext cx="356616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834640"/>
            <a:ext cx="356616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実装ページ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 / 会社案内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採用情報 (エントリーフォーム)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 (3段階フロー)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プライバシーポリシー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834640"/>
            <a:ext cx="3566160" cy="3291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834640"/>
            <a:ext cx="356616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重点アピール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352044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セキュリティ（多層防御）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スマホ用 UX（ドロワー / 拡大）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アニメーション（出現演出）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日英切替（i18n）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デザインで工夫したところ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434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テーマカラーの集中管理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1371600" cy="9144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PRIMARY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#EBC528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2560320"/>
            <a:ext cx="13716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#0F172A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2560320"/>
            <a:ext cx="13716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#F8FAFC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globals.css の :root に CSS 変数で定義。Tailwind 側で var(--color-primary) を参照することで、1 箇所変えるだけでサイト全体に反映されます。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493776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--color-primary: #ebc528;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715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// この1行を変えると全ボタン色が即時変更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965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レイアウトの軸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2560320"/>
            <a:ext cx="5212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560320"/>
            <a:ext cx="73152" cy="105156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見本ベースの統一感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3017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ヘッダー帯 → 集合写真 → セクション群 の流れを全ページで共通化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749040"/>
            <a:ext cx="5212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749040"/>
            <a:ext cx="73152" cy="105156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Tailwind ユーティリティ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4206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を別ファイルに書かず、コンポーネント内で完結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937760"/>
            <a:ext cx="5212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937760"/>
            <a:ext cx="73152" cy="105156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アイブロウ＋見出し＋説明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全セクションで NSD 風の 3 段構成（SectionTitle コンポーネント）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KEY POINT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スマホ用サイトの工夫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2057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モバイルファースト設計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514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 のブレークポイントは sm: / md: / lg: で大画面の上書きのみ。 既定値はスマホ前提で組み、PC で広がる方式。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338328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383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sm: 640px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338328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3383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md: 768px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338328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383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lg: 1024px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1783080"/>
            <a:ext cx="5486400" cy="2057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103120"/>
            <a:ext cx="777240" cy="77724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6092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右側スライドインドロワー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60920" y="25146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ハンバーガー → 右からスライドする半透明オーバーレイ + ドロワー。 ESC・外側クリック・ページ遷移で自動的に閉じる。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338328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3383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useState 状態管理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78240" y="338328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0" y="3383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ESC キー対応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195560" y="338328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95560" y="3383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ページ遷移検知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5486400" cy="2057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343400"/>
            <a:ext cx="777240" cy="7772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↕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73736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body スクロール固定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4754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メニュー開放中は document.body.style.overflow = 'hidden' でスクロール固定。閉じたら元の値に復元。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37360" y="562356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5623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body lock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54680" y="562356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5623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状態復元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562356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5623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UX 安定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4023360"/>
            <a:ext cx="5486400" cy="2057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434340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36092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画像拡大表示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360920" y="4754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アクセス情報の写真などをクリック/タップで拡大表示。ZoomableImage コンポーネントで再利用可能に。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60920" y="562356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5623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タップ拡大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778240" y="562356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0" y="5623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閉じる:背景/ESC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195560" y="5623560"/>
            <a:ext cx="13258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95560" y="5623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再利用可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KEY POINT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アニメーションの工夫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434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Reveal × 共有 IntersectionObserver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1371600" cy="91440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06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スクロール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3035808"/>
            <a:ext cx="27432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2606040"/>
            <a:ext cx="1371600" cy="91440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2606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Observer 検出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3035808"/>
            <a:ext cx="27432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2606040"/>
            <a:ext cx="1371600" cy="91440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2606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アニメ発火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種のバリアント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1148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fade-up / fade-up-strong（既定）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fade / scale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slide-right / slide-left（左右から登場）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440680"/>
            <a:ext cx="493776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最適化：20 個の Reveal でも Observer は 1 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従来：各 Reveal が個別 Observer → 共有方式に変更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1965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コンテンツ別の演出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2468880"/>
            <a:ext cx="5212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468880"/>
            <a:ext cx="73152" cy="6400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5146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ヒーロー：右からスライド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7980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1秒・easing でキャッチコピーが流れ込む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3182112"/>
            <a:ext cx="5212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182112"/>
            <a:ext cx="73152" cy="6400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3227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特徴カード：強めフェード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5112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100/200/300ms スタッガー（順次出現）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895344"/>
            <a:ext cx="5212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895344"/>
            <a:ext cx="73152" cy="6400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9410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代表挨拶：右スライド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42245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横幅を活かして印象的に登場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4608576"/>
            <a:ext cx="5212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608576"/>
            <a:ext cx="73152" cy="6400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46542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写真バンド：マーキー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4937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32秒で1周、無限ループ、ホバーで停止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5321808"/>
            <a:ext cx="5212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5321808"/>
            <a:ext cx="73152" cy="6400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53675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勤怠：reduced-motion 対応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56509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 設定でアニメ無効化を尊重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KEY POINT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セキュリティの工夫 ①｜全体像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「ヘッダーで防ぐ・サーバで検証する・露出を減らす」の 3 軸で多層防御を構築。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5661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23160"/>
            <a:ext cx="356616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入り口で防ぐ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セキュリティヘッダ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2004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X-Frame-Options: DENY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X-Content-Type-Options: nosniff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Strict-Transport-Security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Referrer-Policy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Permissions-Policy（マイク等を一切拒否）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2423160"/>
            <a:ext cx="35661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423160"/>
            <a:ext cx="356616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中身を確認する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サーバ側の検証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3246120"/>
            <a:ext cx="32004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 3 層検証（拡張子+MIME+マジックバイト）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/api/upload-resume で 400 BadRequest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外部リンクは rel=noopener noreferrer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未許可ドメインへの遷移をブロック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tab-nabbing 対策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2423160"/>
            <a:ext cx="35661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423160"/>
            <a:ext cx="356616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露出を減らす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情報の秘匿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246120"/>
            <a:ext cx="320040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X-Powered-By ヘッダを無効化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本番ソースマップを生成しない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console.log を本番ビルドで除去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依存パッケージのバージョン情報を秘匿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脆弱性スキャンを CI で運用想定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KEY POINT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セキュリティの工夫 ②｜PDF 3 層検証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履歴書アップロードでは「拡張子だけ」「MIME だけ」では実体が PDF か保証できない。3 層で確認する。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66160" cy="20116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拡張子チェック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ファイル名末尾が .pdf 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3017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.pdf で終わるか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377440"/>
            <a:ext cx="3566160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MIME タイプ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type が application/pdf 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3749040"/>
            <a:ext cx="3017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3749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MIME = application/pdf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377440"/>
            <a:ext cx="3566160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マジックバイト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先頭 5 バイトが %PDF- 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3749040"/>
            <a:ext cx="3017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749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0x25 50 44 46 2D = '%PDF-'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81812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11064240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709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不正なファイル → サーバが 400 BadRequest を返却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クライアント側の検証は迂回可能なため、同じ 3 層検証を サーバ Route Handler /api/upload-resume でも実施。両方を通った PDF だけが state に格納されます。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return new Response('Bad Request', { status: 400 });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コードの工夫 ①｜CSS変数 × Tailwind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434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/* globals.css */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:root {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--color-primary: #ebc528;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--color-background: #f8fafc;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--color-accent: #0f172a;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/* tailwind.config.ts */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colors: {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primary: 'var(--color-primary)',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background: 'var(--color-background)',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394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521208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828800"/>
            <a:ext cx="73152" cy="13258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箇所変えれば全部変わる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2423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変数 1 行を編集するだけで、ボタン・下線・ホバー枠線がすべて切替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291840"/>
            <a:ext cx="521208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291840"/>
            <a:ext cx="73152" cy="13258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429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 との橋渡し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38862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bg-primary / text-accent などのユーティリティクラスが CSS 変数を参照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754880"/>
            <a:ext cx="521208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754880"/>
            <a:ext cx="73152" cy="132588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892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ダークモード化が容易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29400" y="5349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.dark セレクタで CSS 変数を上書きすれば、全要素が連動して切替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コードの工夫 ②｜日英切替（i18n）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Context + localStorage で 1 ボタン → サイト全体に反映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651760" cy="13716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[JP|EN] ボタン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26517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651760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468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Provider 状態更新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26517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651760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468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 useLanguage() が反応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0" y="265176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&gt;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189720" y="2377440"/>
            <a:ext cx="2651760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4688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ラベル / 文章 / alt 即時切替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48640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14800"/>
            <a:ext cx="73152" cy="9601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Localized&lt;T&gt; 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572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 ja: T, en: T } を全データに適用。pick() で言語に応じて取り出し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4114800"/>
            <a:ext cx="548640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4114800"/>
            <a:ext cx="73152" cy="9601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ふりがな非表示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572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英語表示時はふりがな欄を自動的に非表示（英語圏には不要）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548640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212080"/>
            <a:ext cx="73152" cy="9601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ブラウザ自動判定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5669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navigator.language が en で始まれば初期表示を英語に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5212080"/>
            <a:ext cx="548640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5212080"/>
            <a:ext cx="73152" cy="9601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状態保持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5669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localStorage に保存。次回訪問時も選択した言語を維持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コードの工夫 ③｜パフォーマンス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65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next/image で AVIF→WebP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965960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LCP 改善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30日キャッシュ、レスポンシブサイズ自動生成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48640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965960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965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Observer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Reveal の共有 Observer 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652760" y="1965960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652760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 軽量化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20個 → 1個に集約してメモリ/CPU 削減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548640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429000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29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安全網タイマー 3秒→1.5秒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3429000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4290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UX 改善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3931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表示遅延の最大時間を半減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246120"/>
            <a:ext cx="548640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429000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429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再描画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5236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navItems 等を定数化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52760" y="3429000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0652760" y="34290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再レンダ抑止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3931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毎レンダーで配列を再生成しない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548640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4892040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4892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DNS prefetch + preconnect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0" y="4892040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4892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通信短縮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" y="5394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zipcloud / Maps への接続を早期化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4709160"/>
            <a:ext cx="5486400" cy="13258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4892040"/>
            <a:ext cx="10058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4892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i18n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5236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getTexts を useMemo 化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652760" y="4892040"/>
            <a:ext cx="8686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10652760" y="4892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計算節約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0" y="5394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言語が変わった時だけ再生成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サイト構築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2009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つの軸で作りました。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2697480"/>
            <a:ext cx="228600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ヘッダ・PDF 3 層検証・露出減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291840"/>
            <a:ext cx="228600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モバイル UX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ドロワー・ボディロック・拡大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886200"/>
            <a:ext cx="228600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Reveal × 6 バリアント・マーキー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80560"/>
            <a:ext cx="228600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JP/EN ボタン 1 つでサイト全切替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5074920"/>
            <a:ext cx="2286000" cy="457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074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5074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 Observer / next/image / preconnect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ご清聴ありがとうございました。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株式会社ライトパス｜サイト構築ピッチ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サイト構築ピッチ</dc:title>
  <dc:subject>PptxGenJS Presentation</dc:subject>
  <dc:creator>株式会社ライトパス</dc:creator>
  <cp:lastModifiedBy>株式会社ライトパス</cp:lastModifiedBy>
  <cp:revision>1</cp:revision>
  <dcterms:created xsi:type="dcterms:W3CDTF">2026-06-23T11:27:39Z</dcterms:created>
  <dcterms:modified xsi:type="dcterms:W3CDTF">2026-06-23T11:27:39Z</dcterms:modified>
</cp:coreProperties>
</file>