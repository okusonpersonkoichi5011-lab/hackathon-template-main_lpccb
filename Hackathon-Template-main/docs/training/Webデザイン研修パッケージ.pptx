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 DESIGN TRAINING PACKAGE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Webデザイン研修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97280" y="3474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 サイトを教材にする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4389120"/>
            <a:ext cx="1463040" cy="457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HTML/CSS 経験者向け / Next.js + Tailwind + React を一気に学ぶ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研修パッケージ｜全7ドキュメント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このパッケージは何か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本リポジトリの実物コーポレートサイトを「教材」にして、HTML/CSS の基礎を持つ受講者が Next.js + Tailwind + React を一気に学べる研修パッケージです。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356616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00400"/>
            <a:ext cx="73152" cy="2743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実物のコードで学ぶ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サンプルではなく、現役のコーポレートサイトを直接改造しながら学ぶ。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3200400"/>
            <a:ext cx="356616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3200400"/>
            <a:ext cx="73152" cy="2743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3749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5形式を一冊に統合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44805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段階レッスン / コードツアー / 演習 / デバッグ / 講師ガイドを一気通貫で提供。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3200400"/>
            <a:ext cx="356616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3200400"/>
            <a:ext cx="73152" cy="27432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3749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目標は『改造できる』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0" y="44805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完了時に、受講者は自力で本サイトを改造・拡張できる状態になる。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Webデザイン研修パッケージ｜株式会社ライトパス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TARGET LEARNER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想定する受講者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4023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YES｜すでに持っているスキル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 を少し書いたことがある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 の基本（セレクタ・色・余白）が分かる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VS Code などのエディタを触れる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ブラウザ＝Web ページを開く道具と理解している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486400" cy="4023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NEXT｜これから学ぶこと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69748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Tailwind CSS（ユーティリティクラスでUI構築）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のコンポーネント・props・state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Next.js App Router とサーバ／クライアント分離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フォーム検証・API・セキュリティ・デプロイ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GOAL ―― 本サイトを自分で改造できる状態になる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Webデザイン研修パッケージ｜株式会社ライトパス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PACKAGE 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全7ドキュメントの構成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85216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ファイル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用途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想定時間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00_INDEX.md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研修の全体像・進め方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01_LESSONS.md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段階的レッスン（全15回）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自習10〜15時間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02_CODE_TOUR.md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コードリーディングのガイド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4〜6時間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03_EXERCISES.md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手を動かす演習問題（20問）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5〜8時間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04_SOLUTIONS.md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演習の解答例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参照用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05_DEBUG_DRILLS.md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バグ修正ドリル（7問）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2〜3時間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06_WORKSHOP_GUIDE.md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講師向けワークショップ手順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半日／1日プラン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HINT ―― すべて独立して使用可。LESSONS → CODE_TOUR → EXERCISES → DEBUG_DRILLS の順がおすすめ。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Webデザイン研修パッケージ｜株式会社ライトパス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OUTCOMES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研修完了後に身につくスキル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88720" cy="5029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7452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Next.js プロジェクト起動・ホットリロード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1188720" cy="5029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920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スタイル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Tailwind CSS ユーティリティクラスでUI構築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1188720" cy="5029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74520" y="2697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 変数で色テーマを集中管理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2697480"/>
            <a:ext cx="1188720" cy="5029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レイアウト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2697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モバイルファーストのレスポンシブ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1188720" cy="5029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74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74520" y="3474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コンポーネント設計・props・useState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3474720"/>
            <a:ext cx="1188720" cy="5029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474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0" y="3474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next/image で最適化配信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1188720" cy="5029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51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74520" y="4251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3段階フロー・入力検証・確認画面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4251960"/>
            <a:ext cx="1188720" cy="5029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4251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0" y="4251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Next.js Route Handler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188720" cy="5029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029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74520" y="5029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 3層検証・セキュリティヘッダ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5029200"/>
            <a:ext cx="1188720" cy="5029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5029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98080" y="5029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Vercel デプロイ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Webデザイン研修パッケージ｜株式会社ライトパス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SCHEDULE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3つの学習スケジュール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91440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32588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自習プラン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個人で4〜5週間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56616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1752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1週目: Lesson 1〜5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2週目: Lesson 6〜10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3週目: Lesson 11〜15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4週目: コードツアー + 演習前半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5週目: 演習後半 + デバッグ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56616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9202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51206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1日ワークショップ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集中型 8時間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2834640"/>
            <a:ext cx="356616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01752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午前: Lesson 1〜10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昼休憩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午後: Lesson 11〜15 + コードツアー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夕方: 演習 + デバッグドリル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ゴール: ページ追加できる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920240"/>
            <a:ext cx="3566160" cy="9144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9202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91540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半日ワークショップ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1540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体験型 4時間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2834640"/>
            <a:ext cx="356616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301752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0:00 オリエンテーション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0:30 Lesson 1〜5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1:45 Lesson 6〜10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3:00 演習 ★レベル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ゴール: 色・社名を改造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Webデザイン研修パッケージ｜株式会社ライトパス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LESSONS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段階的レッスン｜全15回の見出し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121408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2121408" cy="731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762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環境構築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16352" y="2011680"/>
            <a:ext cx="2121408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16352" y="2011680"/>
            <a:ext cx="2121408" cy="731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1" name="Text 9"/>
          <p:cNvSpPr/>
          <p:nvPr/>
        </p:nvSpPr>
        <p:spPr>
          <a:xfrm>
            <a:off x="2953512" y="21762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53512" y="25603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 Router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84064" y="2011680"/>
            <a:ext cx="2121408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84064" y="2011680"/>
            <a:ext cx="2121408" cy="731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5" name="Text 13"/>
          <p:cNvSpPr/>
          <p:nvPr/>
        </p:nvSpPr>
        <p:spPr>
          <a:xfrm>
            <a:off x="5221224" y="21762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21224" y="25603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Tailwind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51776" y="2011680"/>
            <a:ext cx="2121408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51776" y="2011680"/>
            <a:ext cx="2121408" cy="731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9" name="Text 17"/>
          <p:cNvSpPr/>
          <p:nvPr/>
        </p:nvSpPr>
        <p:spPr>
          <a:xfrm>
            <a:off x="7488936" y="21762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88936" y="25603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 変数 / テーマ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19488" y="2011680"/>
            <a:ext cx="2121408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19488" y="2011680"/>
            <a:ext cx="2121408" cy="731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3" name="Text 21"/>
          <p:cNvSpPr/>
          <p:nvPr/>
        </p:nvSpPr>
        <p:spPr>
          <a:xfrm>
            <a:off x="9756648" y="21762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56648" y="25603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レスポンシブ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337560"/>
            <a:ext cx="2121408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337560"/>
            <a:ext cx="2121408" cy="731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5021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3886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コンポーネント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816352" y="3337560"/>
            <a:ext cx="2121408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16352" y="3337560"/>
            <a:ext cx="2121408" cy="731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1" name="Text 29"/>
          <p:cNvSpPr/>
          <p:nvPr/>
        </p:nvSpPr>
        <p:spPr>
          <a:xfrm>
            <a:off x="2953512" y="35021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953512" y="3886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props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084064" y="3337560"/>
            <a:ext cx="2121408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84064" y="3337560"/>
            <a:ext cx="2121408" cy="731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5" name="Text 33"/>
          <p:cNvSpPr/>
          <p:nvPr/>
        </p:nvSpPr>
        <p:spPr>
          <a:xfrm>
            <a:off x="5221224" y="35021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21224" y="3886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データ駆動 / map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351776" y="3337560"/>
            <a:ext cx="2121408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51776" y="3337560"/>
            <a:ext cx="2121408" cy="731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9" name="Text 37"/>
          <p:cNvSpPr/>
          <p:nvPr/>
        </p:nvSpPr>
        <p:spPr>
          <a:xfrm>
            <a:off x="7488936" y="35021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88936" y="3886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next/image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619488" y="3337560"/>
            <a:ext cx="2121408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19488" y="3337560"/>
            <a:ext cx="2121408" cy="731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43" name="Text 41"/>
          <p:cNvSpPr/>
          <p:nvPr/>
        </p:nvSpPr>
        <p:spPr>
          <a:xfrm>
            <a:off x="9756648" y="35021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756648" y="3886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フォーム基本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4663440"/>
            <a:ext cx="2121408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4663440"/>
            <a:ext cx="2121408" cy="731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48280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85800" y="52120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useState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816352" y="4663440"/>
            <a:ext cx="2121408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16352" y="4663440"/>
            <a:ext cx="2121408" cy="731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51" name="Text 49"/>
          <p:cNvSpPr/>
          <p:nvPr/>
        </p:nvSpPr>
        <p:spPr>
          <a:xfrm>
            <a:off x="2953512" y="48280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2953512" y="52120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アニメーション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084064" y="4663440"/>
            <a:ext cx="2121408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84064" y="4663440"/>
            <a:ext cx="2121408" cy="731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55" name="Text 53"/>
          <p:cNvSpPr/>
          <p:nvPr/>
        </p:nvSpPr>
        <p:spPr>
          <a:xfrm>
            <a:off x="5221224" y="48280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221224" y="52120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flex と grid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7351776" y="4663440"/>
            <a:ext cx="2121408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51776" y="4663440"/>
            <a:ext cx="2121408" cy="731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59" name="Text 57"/>
          <p:cNvSpPr/>
          <p:nvPr/>
        </p:nvSpPr>
        <p:spPr>
          <a:xfrm>
            <a:off x="7488936" y="48280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7488936" y="52120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 / メタデータ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9619488" y="4663440"/>
            <a:ext cx="2121408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619488" y="4663440"/>
            <a:ext cx="2121408" cy="7315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63" name="Text 61"/>
          <p:cNvSpPr/>
          <p:nvPr/>
        </p:nvSpPr>
        <p:spPr>
          <a:xfrm>
            <a:off x="9756648" y="482803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9756648" y="52120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デプロイ (Vercel)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Webデザイン研修パッケージ｜株式会社ライトパス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LESSON FORMAT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1レッスンのフォーマット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822960" cy="822960"/>
          </a:xfrm>
          <a:prstGeom prst="ellipse">
            <a:avLst/>
          </a:prstGeom>
          <a:solidFill>
            <a:srgbClr val="EBC5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91640" y="1920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377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このレッスンを終えるとできるようになること。最初に明示する。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691640" y="2971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やってみよう（TRY）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3429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コードを実際に編集して結果を見るパート。手を動かすことが最優先。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822960" cy="8229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691640" y="402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ポイント（KEY）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4480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覚えておくべき考え方。応用に効く要点だけを1〜2文に圧縮。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822960" cy="8229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74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691640" y="5074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注意（CAUTION）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91640" y="5532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はまりがちな罠を事前に共有。失敗の防波堤。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4要素を必ずセットで提供することで、知識が定着しやすい構造にしています。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Webデザイン研修パッケージ｜株式会社ライトパス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CODE TOUR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コードツアー｜17ファイルを読む順番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2011680"/>
            <a:ext cx="13258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01168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siteConfig.ts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201168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244144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44368" y="2011680"/>
            <a:ext cx="13258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8376" y="201168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app/layout.tsx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34256" y="201168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433425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37176" y="2011680"/>
            <a:ext cx="13258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201168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globals.css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27064" y="201168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622706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9984" y="2011680"/>
            <a:ext cx="13258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201168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tailwind.config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19872" y="201168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81198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22792" y="2011680"/>
            <a:ext cx="13258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201168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Header.tsx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012680" y="201168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100126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515600" y="2011680"/>
            <a:ext cx="13258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79608" y="201168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Footer.tsx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51560" y="3108960"/>
            <a:ext cx="13258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5568" y="31089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app/page.tsx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41448" y="310896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4" name="Text 32"/>
          <p:cNvSpPr/>
          <p:nvPr/>
        </p:nvSpPr>
        <p:spPr>
          <a:xfrm>
            <a:off x="244144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944368" y="3108960"/>
            <a:ext cx="13258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08376" y="31089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FeatureCard.tsx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34256" y="310896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4334256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37176" y="3108960"/>
            <a:ext cx="13258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31089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homeFeatures.ts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27064" y="310896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2" name="Text 40"/>
          <p:cNvSpPr/>
          <p:nvPr/>
        </p:nvSpPr>
        <p:spPr>
          <a:xfrm>
            <a:off x="6227064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729984" y="3108960"/>
            <a:ext cx="13258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93992" y="31089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Reveal.tsx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19872" y="310896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6" name="Text 44"/>
          <p:cNvSpPr/>
          <p:nvPr/>
        </p:nvSpPr>
        <p:spPr>
          <a:xfrm>
            <a:off x="811987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622792" y="3108960"/>
            <a:ext cx="13258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0" y="31089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company/page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012680" y="310896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50" name="Text 48"/>
          <p:cNvSpPr/>
          <p:nvPr/>
        </p:nvSpPr>
        <p:spPr>
          <a:xfrm>
            <a:off x="100126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0515600" y="3108960"/>
            <a:ext cx="13258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79608" y="310896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recruit/page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051560" y="4206240"/>
            <a:ext cx="13258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15568" y="42062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Interviews.tsx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441448" y="420624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58" name="Text 56"/>
          <p:cNvSpPr/>
          <p:nvPr/>
        </p:nvSpPr>
        <p:spPr>
          <a:xfrm>
            <a:off x="2441448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944368" y="4206240"/>
            <a:ext cx="13258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08376" y="42062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RecruitForm.tsx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334256" y="420624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2" name="Text 60"/>
          <p:cNvSpPr/>
          <p:nvPr/>
        </p:nvSpPr>
        <p:spPr>
          <a:xfrm>
            <a:off x="4334256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837176" y="4206240"/>
            <a:ext cx="13258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01184" y="42062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form-utils.tsx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27064" y="420624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6" name="Text 64"/>
          <p:cNvSpPr/>
          <p:nvPr/>
        </p:nvSpPr>
        <p:spPr>
          <a:xfrm>
            <a:off x="6227064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729984" y="4206240"/>
            <a:ext cx="13258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93992" y="42062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upload-resume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119872" y="420624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70" name="Text 68"/>
          <p:cNvSpPr/>
          <p:nvPr/>
        </p:nvSpPr>
        <p:spPr>
          <a:xfrm>
            <a:off x="811987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8622792" y="4206240"/>
            <a:ext cx="13258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0" y="42062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next.config.ts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4" name="Text 72"/>
          <p:cNvSpPr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「設定 → 枠 → 部品 → ページ → フォーム → API」の順に読むと自然に全体像が掴めます。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Webデザイン研修パッケージ｜株式会社ライトパス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 EXERCISES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演習問題20問｜難易度3段階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66160" cy="77724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926080" y="19202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3566160" cy="3383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ウォームアップ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5〜10分／問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例題：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サイト名を変える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テーマカラーを青に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コピーライト年を自動更新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特徴カードを4枚に増やす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920240"/>
            <a:ext cx="356616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920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★★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19202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43400" y="2697480"/>
            <a:ext cx="3566160" cy="3383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コンポーネント編集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15〜30分／問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例題：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93192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新ページ /news 作成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件名項目を追加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Reveal に zoom 追加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ダークモードもどき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1920240"/>
            <a:ext cx="3566160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19202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★★★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515600" y="19202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3問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8160" y="2697480"/>
            <a:ext cx="3566160" cy="3383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設計込み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6676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30分〜1時間／問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6676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例題：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393192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動的ルーティングで /service/[slug]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文字数カウンタ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インタビュー絞り込みUI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Webデザイン研修パッケージ｜株式会社ライトパス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 DEBUG DRILLS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デバッグドリル｜現場で差がつく7問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「症状 → 推理 → 解答」の探偵スタイル。エラー画面に対する反応力を鍛えます。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6400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3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423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トップページが真っ白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423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構文エラー（閉じ括弧抜け）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6400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260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926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2926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ボタンを押しても増えない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926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onClick={fn()} vs onClick={() =&gt; fn()}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6400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29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4290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3429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Hydration mismatch エラー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3429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サーバ/クライアントで new Date() がズレる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6400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31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39319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0312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Tailwind が効かない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39319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content スキャン範囲 / タイポ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6400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434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80160" y="4434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103120" y="4434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next/image でエラー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4434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width/height 必須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937760"/>
            <a:ext cx="6400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937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80160" y="4937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★★★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103120" y="4937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フォームが送信できない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9360" y="4937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button のデフォルト type=submit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440680"/>
            <a:ext cx="6400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440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80160" y="54406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★★★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103120" y="5440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本番ビルドで Tailwind が消える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09360" y="5440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動的クラス名は purge される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Webデザイン研修パッケージ｜株式会社ライトパス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 WORKSHOP GUIDE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講師向けガイドのポイント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00" cy="1874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18745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事前準備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Node.js v18+ / VS Code / 拡張機能の事前案内。配布用テンプレメール付き。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486400" cy="1874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965960"/>
            <a:ext cx="73152" cy="18745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03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進行のリズム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269748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説明10分 → 実習5分の繰り返し。座学30分は厳禁。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486400" cy="1874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23360"/>
            <a:ext cx="73152" cy="18745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60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つまづき対応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詰まったら画面共有で全員で見る。即答せず誘導で正解にたどり着かせる。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4023360"/>
            <a:ext cx="5486400" cy="1874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4023360"/>
            <a:ext cx="73152" cy="18745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160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宿題候補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475488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残りのレッスン+演習・自分のサイトとして書き換え・Vercel デプロイ。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Webデザイン研修パッケージ｜株式会社ライトパス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2103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学んで終わりではなく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『改造できる』状態を目指して。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097280" y="3840480"/>
            <a:ext cx="1463040" cy="36576"/>
          </a:xfrm>
          <a:prstGeom prst="rect">
            <a:avLst/>
          </a:prstGeom>
          <a:solidFill>
            <a:srgbClr val="EBC52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次のステップ：docs/training/00_INDEX.md を開いて、Lesson 1 から始めましょう。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C5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docs/training/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株式会社ライトパス｜Web デザイン研修パッケージ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Webデザイン研修パッケージ</dc:title>
  <dc:subject>PptxGenJS Presentation</dc:subject>
  <dc:creator>株式会社ライトパス</dc:creator>
  <cp:lastModifiedBy>株式会社ライトパス</cp:lastModifiedBy>
  <cp:revision>1</cp:revision>
  <dcterms:created xsi:type="dcterms:W3CDTF">2026-06-20T14:21:29Z</dcterms:created>
  <dcterms:modified xsi:type="dcterms:W3CDTF">2026-06-20T14:21:29Z</dcterms:modified>
</cp:coreProperties>
</file>